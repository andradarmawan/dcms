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56271632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heme24">
  <a:themeElements>
    <a:clrScheme name="Theme2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4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4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2026-01-01T08:15:42Z</dcterms:created>
  <dcterms:modified xsi:type="dcterms:W3CDTF">2026-01-01T08:15:42Z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